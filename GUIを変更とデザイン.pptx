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97" autoAdjust="0"/>
    <p:restoredTop sz="94660"/>
  </p:normalViewPr>
  <p:slideViewPr>
    <p:cSldViewPr snapToGrid="0">
      <p:cViewPr>
        <p:scale>
          <a:sx n="50" d="100"/>
          <a:sy n="50" d="100"/>
        </p:scale>
        <p:origin x="175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EF1DE5-D1B7-EB3D-EFA6-F618C8AB3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6D3897-C64B-3FE9-5ACD-A712FC31C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3FB5C6-6383-B2DB-6EA6-D2F91187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ABB8C6-C01F-DC0E-8FDB-7CEBDAB0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28D6AC-C391-271C-FCF9-020297DD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73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3EE7EF-2BF9-4E27-7C46-6E235A89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044F98-0A9D-823B-9A66-8320AD6FC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119CC6-D9F0-FDD7-9C06-2612EC19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D5450F-EBF8-E6B1-1D41-4F9E6E11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D6F488-11EC-8972-C99A-7ED92BC3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B04B30-4B21-F573-1BB5-632AF6455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CDBF39-1F60-859A-F6D6-A0D15D55E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FC17FE-FC79-D097-1E92-0D6F25AA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2015C2-F382-2674-64FB-4EF9DC5B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EC8D60-C365-0A9D-81FB-900433EF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48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F1DFF3-B45B-E8F3-A3D9-964A105F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C5A9A0-BFC4-F53C-7CAC-EDCA9E953F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2725523-2A89-1FB1-C5AC-AA7BC836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19BE97-392A-1EAC-4EE7-8604A871A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7C02E6-FB1F-BAC4-B954-F1F1DF9EB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57A856-5432-B09C-9C1B-B55A4ACD7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768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88D59B-A59B-1F7A-0428-1B2E8DD1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C1EEA0-3CF9-F07D-13D8-D56626402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5222812-296C-7DEF-D9A1-CBA527875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12D5F8-26D1-B681-439D-72A8959A4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B3A69D-65D3-8926-A50B-FCA044A48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0B1F83-DE64-CDB0-FDF9-F4767BC8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CDD6779-DC4D-6CF0-D963-7A10901C3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7845162-BCDE-961F-C5E1-8F61A663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91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3D23D8-4A28-7079-3FD1-778EFA63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032F27F-CF76-3893-5B03-BB94D7EF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4EE110-18B4-1E63-A83B-AB43D360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619EB18-E688-56CF-DE20-CC3C728C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55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5FC049-862E-864F-21CF-99A49BD2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E17F924-2F08-4121-EF19-C8039FC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90C77D3-CCDE-96E0-7321-FA7790E1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70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527D70-37B4-733B-59BB-F7BE99F08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F78318-F051-136E-FBB6-F8D4B1A73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C52E7E-D5D1-6FFF-0E11-E69075B0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367637-8C44-FF61-1930-45C940DD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4F78FD-7DAE-535C-1B6C-FE00E84A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2EAB75-17D9-456E-B37B-C9402095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21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C53900-AD06-9393-B9C9-8F6D88B7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54F1B9A-1138-56A8-A337-2B4E52019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A645A7-3110-931B-1F17-A59AF52FA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E5B730-6270-2F09-7994-DE1DEC0D8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A802E1-5711-F057-293D-DA4515A6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4CE527-7DD4-3299-7A05-83C3B7C6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828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992D44-D3F2-94B2-900F-0DB9D58F6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E001A4-9F10-E229-6F34-6480B5FD7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7FB308-F924-4441-4E07-7B5CF7050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AFD273-907A-08A3-2171-6E57F082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97B35A-46B2-725A-910A-005A07E6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111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957AB5A-61A4-C58A-5058-3951D9E12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74A984-0B02-5CB5-6E59-BF4D4F1B5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B39A51-D597-A279-F673-A0A18A47E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1E6EA3-C9CB-233F-CDFA-B7A35A75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61F998-A8CC-0067-1112-800FEE44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828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7F4072-03C5-BC29-02E0-BD4DD36CB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B4899E-6D0F-971F-99E2-4BF9425EB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B699C8-592A-6383-CAEC-ADB7D5257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0FAF7-B196-4EB4-A98E-9A9D90974413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31258D-0ABA-5CD1-4342-B134B87ADE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D394EA-2B59-BBC1-DAA7-9DCC49199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30AA7-825C-4CB9-9898-7F16B56DF3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656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8197F-214B-5118-BCB7-FDA52194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4D42DDB-40E5-8D81-3430-CCB04740E52D}"/>
              </a:ext>
            </a:extLst>
          </p:cNvPr>
          <p:cNvSpPr/>
          <p:nvPr/>
        </p:nvSpPr>
        <p:spPr>
          <a:xfrm>
            <a:off x="1964040" y="698500"/>
            <a:ext cx="8997874" cy="615950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4000"/>
            </a:schemeClr>
          </a:solidFill>
          <a:ln w="9525">
            <a:solidFill>
              <a:srgbClr val="00B050"/>
            </a:solidFill>
          </a:ln>
          <a:effectLst>
            <a:glow rad="228600">
              <a:schemeClr val="bg1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807DDA2-5122-E522-90E4-3CEE5C74D1F3}"/>
              </a:ext>
            </a:extLst>
          </p:cNvPr>
          <p:cNvSpPr/>
          <p:nvPr/>
        </p:nvSpPr>
        <p:spPr>
          <a:xfrm>
            <a:off x="2459339" y="1105808"/>
            <a:ext cx="8059889" cy="5471884"/>
          </a:xfrm>
          <a:prstGeom prst="roundRect">
            <a:avLst/>
          </a:prstGeom>
          <a:noFill/>
          <a:ln w="57150">
            <a:solidFill>
              <a:srgbClr val="00B050"/>
            </a:solidFill>
          </a:ln>
          <a:effectLst>
            <a:glow rad="228600">
              <a:srgbClr val="FFFFFF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12409E5B-B458-A8EB-76EC-2618AB51E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20" t="11084" r="19398" b="13575"/>
          <a:stretch>
            <a:fillRect/>
          </a:stretch>
        </p:blipFill>
        <p:spPr>
          <a:xfrm>
            <a:off x="3250159" y="1421995"/>
            <a:ext cx="6478247" cy="4948367"/>
          </a:xfrm>
          <a:prstGeom prst="rect">
            <a:avLst/>
          </a:prstGeom>
        </p:spPr>
      </p:pic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9422F4A1-C07B-3BF2-AED2-5642B27051EF}"/>
              </a:ext>
            </a:extLst>
          </p:cNvPr>
          <p:cNvCxnSpPr/>
          <p:nvPr/>
        </p:nvCxnSpPr>
        <p:spPr>
          <a:xfrm flipV="1">
            <a:off x="1325880" y="1942411"/>
            <a:ext cx="2304288" cy="2596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568B9DB-755C-8D3A-699B-6C6F4F101D2A}"/>
              </a:ext>
            </a:extLst>
          </p:cNvPr>
          <p:cNvSpPr txBox="1"/>
          <p:nvPr/>
        </p:nvSpPr>
        <p:spPr>
          <a:xfrm>
            <a:off x="594360" y="4588075"/>
            <a:ext cx="18649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各表示の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文字フォント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メイリオに変更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4307214-5C2E-C329-F741-E96EA455B864}"/>
              </a:ext>
            </a:extLst>
          </p:cNvPr>
          <p:cNvSpPr txBox="1"/>
          <p:nvPr/>
        </p:nvSpPr>
        <p:spPr>
          <a:xfrm>
            <a:off x="4591050" y="79375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希望</a:t>
            </a:r>
            <a:r>
              <a:rPr kumimoji="1" lang="en-US" altLang="ja-JP" dirty="0"/>
              <a:t>GUI</a:t>
            </a:r>
            <a:r>
              <a:rPr kumimoji="1" lang="ja-JP" altLang="en-US" dirty="0"/>
              <a:t>デザイン</a:t>
            </a:r>
          </a:p>
        </p:txBody>
      </p:sp>
    </p:spTree>
    <p:extLst>
      <p:ext uri="{BB962C8B-B14F-4D97-AF65-F5344CB8AC3E}">
        <p14:creationId xmlns:p14="http://schemas.microsoft.com/office/powerpoint/2010/main" val="253295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14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>兵庫医療大学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前田貴正</dc:creator>
  <cp:lastModifiedBy>前田貴正</cp:lastModifiedBy>
  <cp:revision>2</cp:revision>
  <dcterms:created xsi:type="dcterms:W3CDTF">2026-09-02T01:24:21Z</dcterms:created>
  <dcterms:modified xsi:type="dcterms:W3CDTF">2026-09-02T02:50:16Z</dcterms:modified>
</cp:coreProperties>
</file>